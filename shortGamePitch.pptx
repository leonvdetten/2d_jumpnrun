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A35605-9DD4-42DB-B802-A6B05198D53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CBD9306-039F-4457-8525-06362C8485F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/>
            <a:t>Verschiedene Level erstellen </a:t>
          </a:r>
          <a:endParaRPr lang="en-US"/>
        </a:p>
      </dgm:t>
    </dgm:pt>
    <dgm:pt modelId="{E69861DF-3EC0-4560-A1E1-75ACE113DBB8}" type="parTrans" cxnId="{8C9CFF6C-977D-49C0-95B1-47EF8BC1A3E8}">
      <dgm:prSet/>
      <dgm:spPr/>
      <dgm:t>
        <a:bodyPr/>
        <a:lstStyle/>
        <a:p>
          <a:endParaRPr lang="en-US"/>
        </a:p>
      </dgm:t>
    </dgm:pt>
    <dgm:pt modelId="{11D8B440-6F44-4019-A507-AC3AC2113445}" type="sibTrans" cxnId="{8C9CFF6C-977D-49C0-95B1-47EF8BC1A3E8}">
      <dgm:prSet/>
      <dgm:spPr/>
      <dgm:t>
        <a:bodyPr/>
        <a:lstStyle/>
        <a:p>
          <a:endParaRPr lang="en-US"/>
        </a:p>
      </dgm:t>
    </dgm:pt>
    <dgm:pt modelId="{24C9ED96-A5E1-4A7C-BB43-65D4CB611D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/>
            <a:t>Level in Dateien bzw. Datenbank persistent speichern </a:t>
          </a:r>
          <a:endParaRPr lang="en-US"/>
        </a:p>
      </dgm:t>
    </dgm:pt>
    <dgm:pt modelId="{8EF58FCC-3A02-41C3-A10B-FE6D3902D4C2}" type="parTrans" cxnId="{23E4092A-4E23-4BFC-A084-596040FC607A}">
      <dgm:prSet/>
      <dgm:spPr/>
      <dgm:t>
        <a:bodyPr/>
        <a:lstStyle/>
        <a:p>
          <a:endParaRPr lang="en-US"/>
        </a:p>
      </dgm:t>
    </dgm:pt>
    <dgm:pt modelId="{450607A8-B7C7-456A-BF21-685133E9127F}" type="sibTrans" cxnId="{23E4092A-4E23-4BFC-A084-596040FC607A}">
      <dgm:prSet/>
      <dgm:spPr/>
      <dgm:t>
        <a:bodyPr/>
        <a:lstStyle/>
        <a:p>
          <a:endParaRPr lang="en-US"/>
        </a:p>
      </dgm:t>
    </dgm:pt>
    <dgm:pt modelId="{D16778A5-38E7-4C88-B65A-9D1C7A6B9CA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dirty="0"/>
            <a:t>Start-Menu programmieren </a:t>
          </a:r>
          <a:endParaRPr lang="en-US" dirty="0"/>
        </a:p>
      </dgm:t>
    </dgm:pt>
    <dgm:pt modelId="{2EA80945-868A-4F5C-B386-295E701FEA13}" type="parTrans" cxnId="{95C407E0-A224-4315-8D0E-6BAF08CE7A56}">
      <dgm:prSet/>
      <dgm:spPr/>
      <dgm:t>
        <a:bodyPr/>
        <a:lstStyle/>
        <a:p>
          <a:endParaRPr lang="en-US"/>
        </a:p>
      </dgm:t>
    </dgm:pt>
    <dgm:pt modelId="{0A691DB6-0392-4F28-B34F-937725D28306}" type="sibTrans" cxnId="{95C407E0-A224-4315-8D0E-6BAF08CE7A56}">
      <dgm:prSet/>
      <dgm:spPr/>
      <dgm:t>
        <a:bodyPr/>
        <a:lstStyle/>
        <a:p>
          <a:endParaRPr lang="en-US"/>
        </a:p>
      </dgm:t>
    </dgm:pt>
    <dgm:pt modelId="{DAD784CF-33EC-47A3-82B6-6BF4AAD3C6E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Erklärung der Steuerung sowie des Spielablaufes</a:t>
          </a:r>
          <a:endParaRPr lang="en-US" dirty="0"/>
        </a:p>
      </dgm:t>
    </dgm:pt>
    <dgm:pt modelId="{C72C626B-FED8-49D3-B136-792D48E6634A}" type="parTrans" cxnId="{FED55E06-7437-4A2D-91C4-974FE4D8A738}">
      <dgm:prSet/>
      <dgm:spPr/>
      <dgm:t>
        <a:bodyPr/>
        <a:lstStyle/>
        <a:p>
          <a:endParaRPr lang="en-US"/>
        </a:p>
      </dgm:t>
    </dgm:pt>
    <dgm:pt modelId="{3F94CE8B-CD43-4BC3-A6A6-5D7CE09BAAEA}" type="sibTrans" cxnId="{FED55E06-7437-4A2D-91C4-974FE4D8A738}">
      <dgm:prSet/>
      <dgm:spPr/>
      <dgm:t>
        <a:bodyPr/>
        <a:lstStyle/>
        <a:p>
          <a:endParaRPr lang="en-US"/>
        </a:p>
      </dgm:t>
    </dgm:pt>
    <dgm:pt modelId="{E1E78C6A-4EA5-4AB8-8F2B-2B5CB9467A89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Auswahl der verschiedenen Level</a:t>
          </a:r>
          <a:endParaRPr lang="en-US"/>
        </a:p>
      </dgm:t>
    </dgm:pt>
    <dgm:pt modelId="{C618F82F-3C8F-461B-B851-3646F6C6D5DA}" type="parTrans" cxnId="{FDA73263-9BD7-48B1-8CAF-1C8E335BB3CA}">
      <dgm:prSet/>
      <dgm:spPr/>
      <dgm:t>
        <a:bodyPr/>
        <a:lstStyle/>
        <a:p>
          <a:endParaRPr lang="en-US"/>
        </a:p>
      </dgm:t>
    </dgm:pt>
    <dgm:pt modelId="{10039527-DF5F-40A1-82CA-4BFB01BA3A92}" type="sibTrans" cxnId="{FDA73263-9BD7-48B1-8CAF-1C8E335BB3CA}">
      <dgm:prSet/>
      <dgm:spPr/>
      <dgm:t>
        <a:bodyPr/>
        <a:lstStyle/>
        <a:p>
          <a:endParaRPr lang="en-US"/>
        </a:p>
      </dgm:t>
    </dgm:pt>
    <dgm:pt modelId="{F34C11D4-45D9-48F8-A6AE-9A4FA1D5D08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dirty="0"/>
            <a:t>Benötigte Zeit für Level messen</a:t>
          </a:r>
          <a:endParaRPr lang="en-US" dirty="0"/>
        </a:p>
      </dgm:t>
    </dgm:pt>
    <dgm:pt modelId="{21809C30-F417-4C49-A433-2E370D06521A}" type="parTrans" cxnId="{F9BDE575-DDBB-49C6-89D8-B7D40D39D864}">
      <dgm:prSet/>
      <dgm:spPr/>
      <dgm:t>
        <a:bodyPr/>
        <a:lstStyle/>
        <a:p>
          <a:endParaRPr lang="en-US"/>
        </a:p>
      </dgm:t>
    </dgm:pt>
    <dgm:pt modelId="{4E2DB015-22AB-4FC6-A272-749A5A564339}" type="sibTrans" cxnId="{F9BDE575-DDBB-49C6-89D8-B7D40D39D864}">
      <dgm:prSet/>
      <dgm:spPr/>
      <dgm:t>
        <a:bodyPr/>
        <a:lstStyle/>
        <a:p>
          <a:endParaRPr lang="en-US"/>
        </a:p>
      </dgm:t>
    </dgm:pt>
    <dgm:pt modelId="{45483235-F55D-481D-9DF2-7F2773E7BD20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Bestzeit von Beginn bis Ende des Levels speichern und anzeigen</a:t>
          </a:r>
          <a:endParaRPr lang="en-US" dirty="0"/>
        </a:p>
      </dgm:t>
    </dgm:pt>
    <dgm:pt modelId="{CBD294AE-1720-4987-911E-9AA7A0B7049D}" type="parTrans" cxnId="{82523DED-A427-489A-A601-BE6D717AE530}">
      <dgm:prSet/>
      <dgm:spPr/>
      <dgm:t>
        <a:bodyPr/>
        <a:lstStyle/>
        <a:p>
          <a:endParaRPr lang="en-US"/>
        </a:p>
      </dgm:t>
    </dgm:pt>
    <dgm:pt modelId="{1B1B2D03-483C-4BC9-A200-922A600257FB}" type="sibTrans" cxnId="{82523DED-A427-489A-A601-BE6D717AE530}">
      <dgm:prSet/>
      <dgm:spPr/>
      <dgm:t>
        <a:bodyPr/>
        <a:lstStyle/>
        <a:p>
          <a:endParaRPr lang="en-US"/>
        </a:p>
      </dgm:t>
    </dgm:pt>
    <dgm:pt modelId="{4316FA3E-34AF-4021-9B0F-652C49A04962}" type="pres">
      <dgm:prSet presAssocID="{21A35605-9DD4-42DB-B802-A6B05198D53A}" presName="root" presStyleCnt="0">
        <dgm:presLayoutVars>
          <dgm:dir/>
          <dgm:resizeHandles val="exact"/>
        </dgm:presLayoutVars>
      </dgm:prSet>
      <dgm:spPr/>
    </dgm:pt>
    <dgm:pt modelId="{46FA495A-896B-4F37-8375-6017768BDCB1}" type="pres">
      <dgm:prSet presAssocID="{8CBD9306-039F-4457-8525-06362C8485FC}" presName="compNode" presStyleCnt="0"/>
      <dgm:spPr/>
    </dgm:pt>
    <dgm:pt modelId="{3FB92AFD-8FE4-4772-8514-0911FF15749F}" type="pres">
      <dgm:prSet presAssocID="{8CBD9306-039F-4457-8525-06362C8485F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3FBEBED5-B9CC-4C43-9A59-870C9ED84E5C}" type="pres">
      <dgm:prSet presAssocID="{8CBD9306-039F-4457-8525-06362C8485FC}" presName="iconSpace" presStyleCnt="0"/>
      <dgm:spPr/>
    </dgm:pt>
    <dgm:pt modelId="{711EDD19-695F-4683-9952-1714DBC007CB}" type="pres">
      <dgm:prSet presAssocID="{8CBD9306-039F-4457-8525-06362C8485FC}" presName="parTx" presStyleLbl="revTx" presStyleIdx="0" presStyleCnt="8">
        <dgm:presLayoutVars>
          <dgm:chMax val="0"/>
          <dgm:chPref val="0"/>
        </dgm:presLayoutVars>
      </dgm:prSet>
      <dgm:spPr/>
    </dgm:pt>
    <dgm:pt modelId="{4297385F-79EF-4FF2-88E8-4951D52D1831}" type="pres">
      <dgm:prSet presAssocID="{8CBD9306-039F-4457-8525-06362C8485FC}" presName="txSpace" presStyleCnt="0"/>
      <dgm:spPr/>
    </dgm:pt>
    <dgm:pt modelId="{FFAF1711-8C48-446B-AB01-79D52F8BAC75}" type="pres">
      <dgm:prSet presAssocID="{8CBD9306-039F-4457-8525-06362C8485FC}" presName="desTx" presStyleLbl="revTx" presStyleIdx="1" presStyleCnt="8">
        <dgm:presLayoutVars/>
      </dgm:prSet>
      <dgm:spPr/>
    </dgm:pt>
    <dgm:pt modelId="{A314422F-7BFC-4154-9E64-4DA3DF0829B0}" type="pres">
      <dgm:prSet presAssocID="{11D8B440-6F44-4019-A507-AC3AC2113445}" presName="sibTrans" presStyleCnt="0"/>
      <dgm:spPr/>
    </dgm:pt>
    <dgm:pt modelId="{43B0F3D1-6F69-400A-A8CB-83E4AFAC33A8}" type="pres">
      <dgm:prSet presAssocID="{24C9ED96-A5E1-4A7C-BB43-65D4CB611D01}" presName="compNode" presStyleCnt="0"/>
      <dgm:spPr/>
    </dgm:pt>
    <dgm:pt modelId="{703AAD3A-529A-4A53-880C-3B5EFD8D5B11}" type="pres">
      <dgm:prSet presAssocID="{24C9ED96-A5E1-4A7C-BB43-65D4CB611D0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enbank"/>
        </a:ext>
      </dgm:extLst>
    </dgm:pt>
    <dgm:pt modelId="{E33392C1-29AE-41D8-8D35-7BEDF9F9EFAE}" type="pres">
      <dgm:prSet presAssocID="{24C9ED96-A5E1-4A7C-BB43-65D4CB611D01}" presName="iconSpace" presStyleCnt="0"/>
      <dgm:spPr/>
    </dgm:pt>
    <dgm:pt modelId="{F549F951-95D9-4972-A95B-D678503FA7E9}" type="pres">
      <dgm:prSet presAssocID="{24C9ED96-A5E1-4A7C-BB43-65D4CB611D01}" presName="parTx" presStyleLbl="revTx" presStyleIdx="2" presStyleCnt="8">
        <dgm:presLayoutVars>
          <dgm:chMax val="0"/>
          <dgm:chPref val="0"/>
        </dgm:presLayoutVars>
      </dgm:prSet>
      <dgm:spPr/>
    </dgm:pt>
    <dgm:pt modelId="{8A8DDE09-941C-4455-909A-C46E90F81803}" type="pres">
      <dgm:prSet presAssocID="{24C9ED96-A5E1-4A7C-BB43-65D4CB611D01}" presName="txSpace" presStyleCnt="0"/>
      <dgm:spPr/>
    </dgm:pt>
    <dgm:pt modelId="{4EB21BCD-68B7-4C63-B68E-4D6F51523BDA}" type="pres">
      <dgm:prSet presAssocID="{24C9ED96-A5E1-4A7C-BB43-65D4CB611D01}" presName="desTx" presStyleLbl="revTx" presStyleIdx="3" presStyleCnt="8">
        <dgm:presLayoutVars/>
      </dgm:prSet>
      <dgm:spPr/>
    </dgm:pt>
    <dgm:pt modelId="{A2CC0FA1-FEFB-4ECA-A18E-D692880BD800}" type="pres">
      <dgm:prSet presAssocID="{450607A8-B7C7-456A-BF21-685133E9127F}" presName="sibTrans" presStyleCnt="0"/>
      <dgm:spPr/>
    </dgm:pt>
    <dgm:pt modelId="{80C6E603-511D-4144-AC2A-7C0D07A1CF1B}" type="pres">
      <dgm:prSet presAssocID="{D16778A5-38E7-4C88-B65A-9D1C7A6B9CAD}" presName="compNode" presStyleCnt="0"/>
      <dgm:spPr/>
    </dgm:pt>
    <dgm:pt modelId="{F0093CDB-C016-45D4-93C8-29EC2A6D07D7}" type="pres">
      <dgm:prSet presAssocID="{D16778A5-38E7-4C88-B65A-9D1C7A6B9CA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mbol für Hamburger-Menü mit einfarbiger Füllung"/>
        </a:ext>
      </dgm:extLst>
    </dgm:pt>
    <dgm:pt modelId="{148007DC-B74C-4935-A1AE-4D50802207CA}" type="pres">
      <dgm:prSet presAssocID="{D16778A5-38E7-4C88-B65A-9D1C7A6B9CAD}" presName="iconSpace" presStyleCnt="0"/>
      <dgm:spPr/>
    </dgm:pt>
    <dgm:pt modelId="{0E0B67B1-8BD8-4129-AE95-ED7B48B7E7DC}" type="pres">
      <dgm:prSet presAssocID="{D16778A5-38E7-4C88-B65A-9D1C7A6B9CAD}" presName="parTx" presStyleLbl="revTx" presStyleIdx="4" presStyleCnt="8">
        <dgm:presLayoutVars>
          <dgm:chMax val="0"/>
          <dgm:chPref val="0"/>
        </dgm:presLayoutVars>
      </dgm:prSet>
      <dgm:spPr/>
    </dgm:pt>
    <dgm:pt modelId="{880EF7B7-41C8-459E-AE5F-B2B9F8B52F59}" type="pres">
      <dgm:prSet presAssocID="{D16778A5-38E7-4C88-B65A-9D1C7A6B9CAD}" presName="txSpace" presStyleCnt="0"/>
      <dgm:spPr/>
    </dgm:pt>
    <dgm:pt modelId="{61475A03-F132-4DCB-A6D3-D361E7C4DCDD}" type="pres">
      <dgm:prSet presAssocID="{D16778A5-38E7-4C88-B65A-9D1C7A6B9CAD}" presName="desTx" presStyleLbl="revTx" presStyleIdx="5" presStyleCnt="8">
        <dgm:presLayoutVars/>
      </dgm:prSet>
      <dgm:spPr/>
    </dgm:pt>
    <dgm:pt modelId="{E7E7F963-52FF-4E7E-9768-0E863DF0B41C}" type="pres">
      <dgm:prSet presAssocID="{0A691DB6-0392-4F28-B34F-937725D28306}" presName="sibTrans" presStyleCnt="0"/>
      <dgm:spPr/>
    </dgm:pt>
    <dgm:pt modelId="{42565904-3B51-4960-9F7A-7DAB69BFDEB5}" type="pres">
      <dgm:prSet presAssocID="{F34C11D4-45D9-48F8-A6AE-9A4FA1D5D08D}" presName="compNode" presStyleCnt="0"/>
      <dgm:spPr/>
    </dgm:pt>
    <dgm:pt modelId="{5E3A7635-891A-4618-AC2E-2D2DA01D21DE}" type="pres">
      <dgm:prSet presAssocID="{F34C11D4-45D9-48F8-A6AE-9A4FA1D5D08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F1717A7-08D8-4226-B6CD-B2AAAC800034}" type="pres">
      <dgm:prSet presAssocID="{F34C11D4-45D9-48F8-A6AE-9A4FA1D5D08D}" presName="iconSpace" presStyleCnt="0"/>
      <dgm:spPr/>
    </dgm:pt>
    <dgm:pt modelId="{B447A2FA-936B-402E-894F-B81894F73A3F}" type="pres">
      <dgm:prSet presAssocID="{F34C11D4-45D9-48F8-A6AE-9A4FA1D5D08D}" presName="parTx" presStyleLbl="revTx" presStyleIdx="6" presStyleCnt="8">
        <dgm:presLayoutVars>
          <dgm:chMax val="0"/>
          <dgm:chPref val="0"/>
        </dgm:presLayoutVars>
      </dgm:prSet>
      <dgm:spPr/>
    </dgm:pt>
    <dgm:pt modelId="{AADD67E0-D21A-416B-8910-15483DA300CB}" type="pres">
      <dgm:prSet presAssocID="{F34C11D4-45D9-48F8-A6AE-9A4FA1D5D08D}" presName="txSpace" presStyleCnt="0"/>
      <dgm:spPr/>
    </dgm:pt>
    <dgm:pt modelId="{CADAB6A9-31CF-49E9-A8A1-BA803ABA0C64}" type="pres">
      <dgm:prSet presAssocID="{F34C11D4-45D9-48F8-A6AE-9A4FA1D5D08D}" presName="desTx" presStyleLbl="revTx" presStyleIdx="7" presStyleCnt="8">
        <dgm:presLayoutVars/>
      </dgm:prSet>
      <dgm:spPr/>
    </dgm:pt>
  </dgm:ptLst>
  <dgm:cxnLst>
    <dgm:cxn modelId="{FED55E06-7437-4A2D-91C4-974FE4D8A738}" srcId="{D16778A5-38E7-4C88-B65A-9D1C7A6B9CAD}" destId="{DAD784CF-33EC-47A3-82B6-6BF4AAD3C6E7}" srcOrd="0" destOrd="0" parTransId="{C72C626B-FED8-49D3-B136-792D48E6634A}" sibTransId="{3F94CE8B-CD43-4BC3-A6A6-5D7CE09BAAEA}"/>
    <dgm:cxn modelId="{1877CD26-B341-4774-8DEE-092D8BBEBA95}" type="presOf" srcId="{DAD784CF-33EC-47A3-82B6-6BF4AAD3C6E7}" destId="{61475A03-F132-4DCB-A6D3-D361E7C4DCDD}" srcOrd="0" destOrd="0" presId="urn:microsoft.com/office/officeart/2018/2/layout/IconLabelDescriptionList"/>
    <dgm:cxn modelId="{23E4092A-4E23-4BFC-A084-596040FC607A}" srcId="{21A35605-9DD4-42DB-B802-A6B05198D53A}" destId="{24C9ED96-A5E1-4A7C-BB43-65D4CB611D01}" srcOrd="1" destOrd="0" parTransId="{8EF58FCC-3A02-41C3-A10B-FE6D3902D4C2}" sibTransId="{450607A8-B7C7-456A-BF21-685133E9127F}"/>
    <dgm:cxn modelId="{7F1A7938-C759-4FDB-B111-61285B641E6A}" type="presOf" srcId="{45483235-F55D-481D-9DF2-7F2773E7BD20}" destId="{CADAB6A9-31CF-49E9-A8A1-BA803ABA0C64}" srcOrd="0" destOrd="0" presId="urn:microsoft.com/office/officeart/2018/2/layout/IconLabelDescriptionList"/>
    <dgm:cxn modelId="{FDA73263-9BD7-48B1-8CAF-1C8E335BB3CA}" srcId="{D16778A5-38E7-4C88-B65A-9D1C7A6B9CAD}" destId="{E1E78C6A-4EA5-4AB8-8F2B-2B5CB9467A89}" srcOrd="1" destOrd="0" parTransId="{C618F82F-3C8F-461B-B851-3646F6C6D5DA}" sibTransId="{10039527-DF5F-40A1-82CA-4BFB01BA3A92}"/>
    <dgm:cxn modelId="{B0E9396A-2C00-4E7B-A8C6-1E21C589C43B}" type="presOf" srcId="{D16778A5-38E7-4C88-B65A-9D1C7A6B9CAD}" destId="{0E0B67B1-8BD8-4129-AE95-ED7B48B7E7DC}" srcOrd="0" destOrd="0" presId="urn:microsoft.com/office/officeart/2018/2/layout/IconLabelDescriptionList"/>
    <dgm:cxn modelId="{8C9CFF6C-977D-49C0-95B1-47EF8BC1A3E8}" srcId="{21A35605-9DD4-42DB-B802-A6B05198D53A}" destId="{8CBD9306-039F-4457-8525-06362C8485FC}" srcOrd="0" destOrd="0" parTransId="{E69861DF-3EC0-4560-A1E1-75ACE113DBB8}" sibTransId="{11D8B440-6F44-4019-A507-AC3AC2113445}"/>
    <dgm:cxn modelId="{799E1D50-203E-437D-83C1-DC262ECF7820}" type="presOf" srcId="{F34C11D4-45D9-48F8-A6AE-9A4FA1D5D08D}" destId="{B447A2FA-936B-402E-894F-B81894F73A3F}" srcOrd="0" destOrd="0" presId="urn:microsoft.com/office/officeart/2018/2/layout/IconLabelDescriptionList"/>
    <dgm:cxn modelId="{6CE0DF71-8105-4215-87EA-0B9C30EA6731}" type="presOf" srcId="{24C9ED96-A5E1-4A7C-BB43-65D4CB611D01}" destId="{F549F951-95D9-4972-A95B-D678503FA7E9}" srcOrd="0" destOrd="0" presId="urn:microsoft.com/office/officeart/2018/2/layout/IconLabelDescriptionList"/>
    <dgm:cxn modelId="{F9BDE575-DDBB-49C6-89D8-B7D40D39D864}" srcId="{21A35605-9DD4-42DB-B802-A6B05198D53A}" destId="{F34C11D4-45D9-48F8-A6AE-9A4FA1D5D08D}" srcOrd="3" destOrd="0" parTransId="{21809C30-F417-4C49-A433-2E370D06521A}" sibTransId="{4E2DB015-22AB-4FC6-A272-749A5A564339}"/>
    <dgm:cxn modelId="{F43A9B94-1BE8-48DB-B74C-56997E7C59A3}" type="presOf" srcId="{E1E78C6A-4EA5-4AB8-8F2B-2B5CB9467A89}" destId="{61475A03-F132-4DCB-A6D3-D361E7C4DCDD}" srcOrd="0" destOrd="1" presId="urn:microsoft.com/office/officeart/2018/2/layout/IconLabelDescriptionList"/>
    <dgm:cxn modelId="{D208A8D2-7CC2-4C5E-8AED-9A5F1E3EDD63}" type="presOf" srcId="{21A35605-9DD4-42DB-B802-A6B05198D53A}" destId="{4316FA3E-34AF-4021-9B0F-652C49A04962}" srcOrd="0" destOrd="0" presId="urn:microsoft.com/office/officeart/2018/2/layout/IconLabelDescriptionList"/>
    <dgm:cxn modelId="{95C407E0-A224-4315-8D0E-6BAF08CE7A56}" srcId="{21A35605-9DD4-42DB-B802-A6B05198D53A}" destId="{D16778A5-38E7-4C88-B65A-9D1C7A6B9CAD}" srcOrd="2" destOrd="0" parTransId="{2EA80945-868A-4F5C-B386-295E701FEA13}" sibTransId="{0A691DB6-0392-4F28-B34F-937725D28306}"/>
    <dgm:cxn modelId="{085ABEE5-6460-47E7-8B7C-ED215C68CCD5}" type="presOf" srcId="{8CBD9306-039F-4457-8525-06362C8485FC}" destId="{711EDD19-695F-4683-9952-1714DBC007CB}" srcOrd="0" destOrd="0" presId="urn:microsoft.com/office/officeart/2018/2/layout/IconLabelDescriptionList"/>
    <dgm:cxn modelId="{82523DED-A427-489A-A601-BE6D717AE530}" srcId="{F34C11D4-45D9-48F8-A6AE-9A4FA1D5D08D}" destId="{45483235-F55D-481D-9DF2-7F2773E7BD20}" srcOrd="0" destOrd="0" parTransId="{CBD294AE-1720-4987-911E-9AA7A0B7049D}" sibTransId="{1B1B2D03-483C-4BC9-A200-922A600257FB}"/>
    <dgm:cxn modelId="{D048D416-BB07-4438-8E57-B9F605DD2076}" type="presParOf" srcId="{4316FA3E-34AF-4021-9B0F-652C49A04962}" destId="{46FA495A-896B-4F37-8375-6017768BDCB1}" srcOrd="0" destOrd="0" presId="urn:microsoft.com/office/officeart/2018/2/layout/IconLabelDescriptionList"/>
    <dgm:cxn modelId="{CA3DD8B8-1595-479D-A4D4-4B05D0538035}" type="presParOf" srcId="{46FA495A-896B-4F37-8375-6017768BDCB1}" destId="{3FB92AFD-8FE4-4772-8514-0911FF15749F}" srcOrd="0" destOrd="0" presId="urn:microsoft.com/office/officeart/2018/2/layout/IconLabelDescriptionList"/>
    <dgm:cxn modelId="{B2C5A068-B435-4563-A2A2-E90D9E2DD26B}" type="presParOf" srcId="{46FA495A-896B-4F37-8375-6017768BDCB1}" destId="{3FBEBED5-B9CC-4C43-9A59-870C9ED84E5C}" srcOrd="1" destOrd="0" presId="urn:microsoft.com/office/officeart/2018/2/layout/IconLabelDescriptionList"/>
    <dgm:cxn modelId="{05406FF8-15FA-4488-930C-6BD8033641F2}" type="presParOf" srcId="{46FA495A-896B-4F37-8375-6017768BDCB1}" destId="{711EDD19-695F-4683-9952-1714DBC007CB}" srcOrd="2" destOrd="0" presId="urn:microsoft.com/office/officeart/2018/2/layout/IconLabelDescriptionList"/>
    <dgm:cxn modelId="{563BFCE2-BB50-4E15-9FE8-B8011A2E2058}" type="presParOf" srcId="{46FA495A-896B-4F37-8375-6017768BDCB1}" destId="{4297385F-79EF-4FF2-88E8-4951D52D1831}" srcOrd="3" destOrd="0" presId="urn:microsoft.com/office/officeart/2018/2/layout/IconLabelDescriptionList"/>
    <dgm:cxn modelId="{18EED8DB-D0E5-48D3-8B60-6E4138CFEB89}" type="presParOf" srcId="{46FA495A-896B-4F37-8375-6017768BDCB1}" destId="{FFAF1711-8C48-446B-AB01-79D52F8BAC75}" srcOrd="4" destOrd="0" presId="urn:microsoft.com/office/officeart/2018/2/layout/IconLabelDescriptionList"/>
    <dgm:cxn modelId="{C490ACAF-47C2-498D-8D11-686D6A27ED3E}" type="presParOf" srcId="{4316FA3E-34AF-4021-9B0F-652C49A04962}" destId="{A314422F-7BFC-4154-9E64-4DA3DF0829B0}" srcOrd="1" destOrd="0" presId="urn:microsoft.com/office/officeart/2018/2/layout/IconLabelDescriptionList"/>
    <dgm:cxn modelId="{F393034F-A1FE-42E0-91E4-C02E38DE838C}" type="presParOf" srcId="{4316FA3E-34AF-4021-9B0F-652C49A04962}" destId="{43B0F3D1-6F69-400A-A8CB-83E4AFAC33A8}" srcOrd="2" destOrd="0" presId="urn:microsoft.com/office/officeart/2018/2/layout/IconLabelDescriptionList"/>
    <dgm:cxn modelId="{60D95D3D-DFD2-4BC8-88CF-F90FCA41F2A4}" type="presParOf" srcId="{43B0F3D1-6F69-400A-A8CB-83E4AFAC33A8}" destId="{703AAD3A-529A-4A53-880C-3B5EFD8D5B11}" srcOrd="0" destOrd="0" presId="urn:microsoft.com/office/officeart/2018/2/layout/IconLabelDescriptionList"/>
    <dgm:cxn modelId="{8385DEE5-A426-4390-97DD-EF6BCB62A2C8}" type="presParOf" srcId="{43B0F3D1-6F69-400A-A8CB-83E4AFAC33A8}" destId="{E33392C1-29AE-41D8-8D35-7BEDF9F9EFAE}" srcOrd="1" destOrd="0" presId="urn:microsoft.com/office/officeart/2018/2/layout/IconLabelDescriptionList"/>
    <dgm:cxn modelId="{BD608A80-C9E0-4D18-8F05-ECE25C2B17F1}" type="presParOf" srcId="{43B0F3D1-6F69-400A-A8CB-83E4AFAC33A8}" destId="{F549F951-95D9-4972-A95B-D678503FA7E9}" srcOrd="2" destOrd="0" presId="urn:microsoft.com/office/officeart/2018/2/layout/IconLabelDescriptionList"/>
    <dgm:cxn modelId="{C0483BFA-CC61-49DD-BECE-A4178A39E738}" type="presParOf" srcId="{43B0F3D1-6F69-400A-A8CB-83E4AFAC33A8}" destId="{8A8DDE09-941C-4455-909A-C46E90F81803}" srcOrd="3" destOrd="0" presId="urn:microsoft.com/office/officeart/2018/2/layout/IconLabelDescriptionList"/>
    <dgm:cxn modelId="{E33CEE3B-9FDD-4BCD-AD68-C3F9A54B5F68}" type="presParOf" srcId="{43B0F3D1-6F69-400A-A8CB-83E4AFAC33A8}" destId="{4EB21BCD-68B7-4C63-B68E-4D6F51523BDA}" srcOrd="4" destOrd="0" presId="urn:microsoft.com/office/officeart/2018/2/layout/IconLabelDescriptionList"/>
    <dgm:cxn modelId="{AB7C114E-69E0-426C-A1D8-041DA4D6FE50}" type="presParOf" srcId="{4316FA3E-34AF-4021-9B0F-652C49A04962}" destId="{A2CC0FA1-FEFB-4ECA-A18E-D692880BD800}" srcOrd="3" destOrd="0" presId="urn:microsoft.com/office/officeart/2018/2/layout/IconLabelDescriptionList"/>
    <dgm:cxn modelId="{F8F5D161-D90C-4C92-8D4B-7C2A0B40E7D0}" type="presParOf" srcId="{4316FA3E-34AF-4021-9B0F-652C49A04962}" destId="{80C6E603-511D-4144-AC2A-7C0D07A1CF1B}" srcOrd="4" destOrd="0" presId="urn:microsoft.com/office/officeart/2018/2/layout/IconLabelDescriptionList"/>
    <dgm:cxn modelId="{B3145751-412E-4A7E-9404-9EFBA22EE70A}" type="presParOf" srcId="{80C6E603-511D-4144-AC2A-7C0D07A1CF1B}" destId="{F0093CDB-C016-45D4-93C8-29EC2A6D07D7}" srcOrd="0" destOrd="0" presId="urn:microsoft.com/office/officeart/2018/2/layout/IconLabelDescriptionList"/>
    <dgm:cxn modelId="{D19A8A0E-0FB4-4DC2-8158-784F9D184FE1}" type="presParOf" srcId="{80C6E603-511D-4144-AC2A-7C0D07A1CF1B}" destId="{148007DC-B74C-4935-A1AE-4D50802207CA}" srcOrd="1" destOrd="0" presId="urn:microsoft.com/office/officeart/2018/2/layout/IconLabelDescriptionList"/>
    <dgm:cxn modelId="{9FE7A1D4-A92C-452B-902F-71420E81EFB0}" type="presParOf" srcId="{80C6E603-511D-4144-AC2A-7C0D07A1CF1B}" destId="{0E0B67B1-8BD8-4129-AE95-ED7B48B7E7DC}" srcOrd="2" destOrd="0" presId="urn:microsoft.com/office/officeart/2018/2/layout/IconLabelDescriptionList"/>
    <dgm:cxn modelId="{13A3CB63-E289-4A03-8079-7C2E97E13C9D}" type="presParOf" srcId="{80C6E603-511D-4144-AC2A-7C0D07A1CF1B}" destId="{880EF7B7-41C8-459E-AE5F-B2B9F8B52F59}" srcOrd="3" destOrd="0" presId="urn:microsoft.com/office/officeart/2018/2/layout/IconLabelDescriptionList"/>
    <dgm:cxn modelId="{D0B84F3D-A7EB-45A9-89EF-21B4550BF5EC}" type="presParOf" srcId="{80C6E603-511D-4144-AC2A-7C0D07A1CF1B}" destId="{61475A03-F132-4DCB-A6D3-D361E7C4DCDD}" srcOrd="4" destOrd="0" presId="urn:microsoft.com/office/officeart/2018/2/layout/IconLabelDescriptionList"/>
    <dgm:cxn modelId="{6AB0B280-BFC8-4B9F-BF0A-E119D58D3D3A}" type="presParOf" srcId="{4316FA3E-34AF-4021-9B0F-652C49A04962}" destId="{E7E7F963-52FF-4E7E-9768-0E863DF0B41C}" srcOrd="5" destOrd="0" presId="urn:microsoft.com/office/officeart/2018/2/layout/IconLabelDescriptionList"/>
    <dgm:cxn modelId="{0C76A60B-7964-4A43-907A-7D098E81DD2A}" type="presParOf" srcId="{4316FA3E-34AF-4021-9B0F-652C49A04962}" destId="{42565904-3B51-4960-9F7A-7DAB69BFDEB5}" srcOrd="6" destOrd="0" presId="urn:microsoft.com/office/officeart/2018/2/layout/IconLabelDescriptionList"/>
    <dgm:cxn modelId="{76948513-6F37-4256-9C3A-2CC373F2C18B}" type="presParOf" srcId="{42565904-3B51-4960-9F7A-7DAB69BFDEB5}" destId="{5E3A7635-891A-4618-AC2E-2D2DA01D21DE}" srcOrd="0" destOrd="0" presId="urn:microsoft.com/office/officeart/2018/2/layout/IconLabelDescriptionList"/>
    <dgm:cxn modelId="{C3943166-5859-4AD5-AF8C-89B13AEE2681}" type="presParOf" srcId="{42565904-3B51-4960-9F7A-7DAB69BFDEB5}" destId="{2F1717A7-08D8-4226-B6CD-B2AAAC800034}" srcOrd="1" destOrd="0" presId="urn:microsoft.com/office/officeart/2018/2/layout/IconLabelDescriptionList"/>
    <dgm:cxn modelId="{77610101-5A0E-4AB6-85F7-8BB64AF6FD5B}" type="presParOf" srcId="{42565904-3B51-4960-9F7A-7DAB69BFDEB5}" destId="{B447A2FA-936B-402E-894F-B81894F73A3F}" srcOrd="2" destOrd="0" presId="urn:microsoft.com/office/officeart/2018/2/layout/IconLabelDescriptionList"/>
    <dgm:cxn modelId="{70E2BD62-7141-4AAB-9453-C922994A977E}" type="presParOf" srcId="{42565904-3B51-4960-9F7A-7DAB69BFDEB5}" destId="{AADD67E0-D21A-416B-8910-15483DA300CB}" srcOrd="3" destOrd="0" presId="urn:microsoft.com/office/officeart/2018/2/layout/IconLabelDescriptionList"/>
    <dgm:cxn modelId="{F4032C4D-548C-4F88-A47C-A0AD7E977FC4}" type="presParOf" srcId="{42565904-3B51-4960-9F7A-7DAB69BFDEB5}" destId="{CADAB6A9-31CF-49E9-A8A1-BA803ABA0C6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B92AFD-8FE4-4772-8514-0911FF15749F}">
      <dsp:nvSpPr>
        <dsp:cNvPr id="0" name=""/>
        <dsp:cNvSpPr/>
      </dsp:nvSpPr>
      <dsp:spPr>
        <a:xfrm>
          <a:off x="4219" y="853264"/>
          <a:ext cx="844593" cy="8445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EDD19-695F-4683-9952-1714DBC007CB}">
      <dsp:nvSpPr>
        <dsp:cNvPr id="0" name=""/>
        <dsp:cNvSpPr/>
      </dsp:nvSpPr>
      <dsp:spPr>
        <a:xfrm>
          <a:off x="4219" y="1783122"/>
          <a:ext cx="2413125" cy="441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400" kern="1200"/>
            <a:t>Verschiedene Level erstellen </a:t>
          </a:r>
          <a:endParaRPr lang="en-US" sz="1400" kern="1200"/>
        </a:p>
      </dsp:txBody>
      <dsp:txXfrm>
        <a:off x="4219" y="1783122"/>
        <a:ext cx="2413125" cy="441149"/>
      </dsp:txXfrm>
    </dsp:sp>
    <dsp:sp modelId="{FFAF1711-8C48-446B-AB01-79D52F8BAC75}">
      <dsp:nvSpPr>
        <dsp:cNvPr id="0" name=""/>
        <dsp:cNvSpPr/>
      </dsp:nvSpPr>
      <dsp:spPr>
        <a:xfrm>
          <a:off x="4219" y="2263929"/>
          <a:ext cx="2413125" cy="572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3AAD3A-529A-4A53-880C-3B5EFD8D5B11}">
      <dsp:nvSpPr>
        <dsp:cNvPr id="0" name=""/>
        <dsp:cNvSpPr/>
      </dsp:nvSpPr>
      <dsp:spPr>
        <a:xfrm>
          <a:off x="2839641" y="853264"/>
          <a:ext cx="844593" cy="8445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49F951-95D9-4972-A95B-D678503FA7E9}">
      <dsp:nvSpPr>
        <dsp:cNvPr id="0" name=""/>
        <dsp:cNvSpPr/>
      </dsp:nvSpPr>
      <dsp:spPr>
        <a:xfrm>
          <a:off x="2839641" y="1783122"/>
          <a:ext cx="2413125" cy="441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400" kern="1200"/>
            <a:t>Level in Dateien bzw. Datenbank persistent speichern </a:t>
          </a:r>
          <a:endParaRPr lang="en-US" sz="1400" kern="1200"/>
        </a:p>
      </dsp:txBody>
      <dsp:txXfrm>
        <a:off x="2839641" y="1783122"/>
        <a:ext cx="2413125" cy="441149"/>
      </dsp:txXfrm>
    </dsp:sp>
    <dsp:sp modelId="{4EB21BCD-68B7-4C63-B68E-4D6F51523BDA}">
      <dsp:nvSpPr>
        <dsp:cNvPr id="0" name=""/>
        <dsp:cNvSpPr/>
      </dsp:nvSpPr>
      <dsp:spPr>
        <a:xfrm>
          <a:off x="2839641" y="2263929"/>
          <a:ext cx="2413125" cy="572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093CDB-C016-45D4-93C8-29EC2A6D07D7}">
      <dsp:nvSpPr>
        <dsp:cNvPr id="0" name=""/>
        <dsp:cNvSpPr/>
      </dsp:nvSpPr>
      <dsp:spPr>
        <a:xfrm>
          <a:off x="5675062" y="853264"/>
          <a:ext cx="844593" cy="8445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0B67B1-8BD8-4129-AE95-ED7B48B7E7DC}">
      <dsp:nvSpPr>
        <dsp:cNvPr id="0" name=""/>
        <dsp:cNvSpPr/>
      </dsp:nvSpPr>
      <dsp:spPr>
        <a:xfrm>
          <a:off x="5675062" y="1783122"/>
          <a:ext cx="2413125" cy="441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400" kern="1200" dirty="0"/>
            <a:t>Start-Menu programmieren </a:t>
          </a:r>
          <a:endParaRPr lang="en-US" sz="1400" kern="1200" dirty="0"/>
        </a:p>
      </dsp:txBody>
      <dsp:txXfrm>
        <a:off x="5675062" y="1783122"/>
        <a:ext cx="2413125" cy="441149"/>
      </dsp:txXfrm>
    </dsp:sp>
    <dsp:sp modelId="{61475A03-F132-4DCB-A6D3-D361E7C4DCDD}">
      <dsp:nvSpPr>
        <dsp:cNvPr id="0" name=""/>
        <dsp:cNvSpPr/>
      </dsp:nvSpPr>
      <dsp:spPr>
        <a:xfrm>
          <a:off x="5675062" y="2263929"/>
          <a:ext cx="2413125" cy="572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Erklärung der Steuerung sowie des Spielablaufes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Auswahl der verschiedenen Level</a:t>
          </a:r>
          <a:endParaRPr lang="en-US" sz="1100" kern="1200"/>
        </a:p>
      </dsp:txBody>
      <dsp:txXfrm>
        <a:off x="5675062" y="2263929"/>
        <a:ext cx="2413125" cy="572210"/>
      </dsp:txXfrm>
    </dsp:sp>
    <dsp:sp modelId="{5E3A7635-891A-4618-AC2E-2D2DA01D21DE}">
      <dsp:nvSpPr>
        <dsp:cNvPr id="0" name=""/>
        <dsp:cNvSpPr/>
      </dsp:nvSpPr>
      <dsp:spPr>
        <a:xfrm>
          <a:off x="8510484" y="853264"/>
          <a:ext cx="844593" cy="8445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7A2FA-936B-402E-894F-B81894F73A3F}">
      <dsp:nvSpPr>
        <dsp:cNvPr id="0" name=""/>
        <dsp:cNvSpPr/>
      </dsp:nvSpPr>
      <dsp:spPr>
        <a:xfrm>
          <a:off x="8510484" y="1783122"/>
          <a:ext cx="2413125" cy="441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400" kern="1200" dirty="0"/>
            <a:t>Benötigte Zeit für Level messen</a:t>
          </a:r>
          <a:endParaRPr lang="en-US" sz="1400" kern="1200" dirty="0"/>
        </a:p>
      </dsp:txBody>
      <dsp:txXfrm>
        <a:off x="8510484" y="1783122"/>
        <a:ext cx="2413125" cy="441149"/>
      </dsp:txXfrm>
    </dsp:sp>
    <dsp:sp modelId="{CADAB6A9-31CF-49E9-A8A1-BA803ABA0C64}">
      <dsp:nvSpPr>
        <dsp:cNvPr id="0" name=""/>
        <dsp:cNvSpPr/>
      </dsp:nvSpPr>
      <dsp:spPr>
        <a:xfrm>
          <a:off x="8510484" y="2263929"/>
          <a:ext cx="2413125" cy="572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Bestzeit von Beginn bis Ende des Levels speichern und anzeigen</a:t>
          </a:r>
          <a:endParaRPr lang="en-US" sz="1100" kern="1200" dirty="0"/>
        </a:p>
      </dsp:txBody>
      <dsp:txXfrm>
        <a:off x="8510484" y="2263929"/>
        <a:ext cx="2413125" cy="5722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650FCD-9AB5-E60C-3627-CD7877F2C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1D415B2-BF0D-708F-E360-DCBD234CE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8D67AB-11C5-C256-5D4D-B8D665B3D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8E98-8434-43B7-8E1C-4F2FE4805D4F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C873AA-C1A3-AD47-FD96-73B6F2A7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55545F-A790-92B2-F143-ED677AD4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A68C-3B29-426D-8F3C-BB5E380F9E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6254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E3A5A8-624D-F572-F1BB-290D88B5E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350EFF-3B5B-55E0-957C-AF7FC99DA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604DFC-313F-D85A-FCAC-268965285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8E98-8434-43B7-8E1C-4F2FE4805D4F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66AC87-2A94-3669-70AD-12F91A20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950F99-6398-1E36-33DC-8551BBAEF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A68C-3B29-426D-8F3C-BB5E380F9E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313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FDD19-8C53-B29E-9E06-638887F2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55B0B9-847F-26A9-9830-4814898F4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491FAD-CC86-ADC9-BF0A-750ED357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8E98-8434-43B7-8E1C-4F2FE4805D4F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ADD0CD-0AE8-5E35-F126-681E8E4DF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9F6B91-3EA4-96DC-8DE5-F593D953C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A68C-3B29-426D-8F3C-BB5E380F9E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1154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984BF7-9EA5-170F-8C0C-F381D4788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125B6C-D332-6098-4F42-F79183D74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37EAB03-2149-77DD-1BF5-250442637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0C4595-A767-E7CD-2210-532E4C025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8E98-8434-43B7-8E1C-4F2FE4805D4F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00A399-CE27-3990-2534-3792946E6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843A1E-7B8A-3D56-99A0-D39399D92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A68C-3B29-426D-8F3C-BB5E380F9E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647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EA9EE0-BEF8-7B3E-4324-5A998787C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61E123-14B7-5B35-5E6A-4234AF981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403B1D-3059-F61C-6E2D-3C08D31E8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DC7AB35-20CF-A29B-07DA-893584F4F4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6018E1C-AAC9-9285-4F3F-55B6C1517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1D6BE10-A2D4-F867-4AB1-92B27598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8E98-8434-43B7-8E1C-4F2FE4805D4F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02E2512-74E2-E8AC-AFF9-08F8B4286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9BD5F46-558B-A8ED-EC4A-009B53A7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A68C-3B29-426D-8F3C-BB5E380F9E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3259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FA771F-A51D-C31A-7133-01B82D80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9867D4-73D8-FAFC-8AD4-9E9940D37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8E98-8434-43B7-8E1C-4F2FE4805D4F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D615E7-28D9-3A9A-F750-38F86E8DE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1E6EBB7-4330-A1D3-3EB2-27D76B3F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A68C-3B29-426D-8F3C-BB5E380F9E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1172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3BA818B-3C13-7CBF-0D0F-95B2E8243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8E98-8434-43B7-8E1C-4F2FE4805D4F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7E1E16B-63E6-F456-CE3B-50D8F6C64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5D0600-DB84-47C7-3DCF-9FCDE6E1F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A68C-3B29-426D-8F3C-BB5E380F9E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018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620A4B-A94F-30EE-F2F2-CF46D378E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598CE8-2F95-6B02-7877-A9464805C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F8AE00-321C-8FC4-F849-5108DB855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A98AE3-6440-861C-DBC6-776835B5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8E98-8434-43B7-8E1C-4F2FE4805D4F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F9318E8-5556-4FE4-727E-E9C8B2448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7E8BE1-DE82-DFA4-09B6-B4A331FA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A68C-3B29-426D-8F3C-BB5E380F9E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289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31C292-DFA2-C899-A775-F36115A85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AC5D736-2047-55EB-7A5C-DCA98D0F8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FB521E-66A2-A554-752F-4C32F969E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BC0624-EBC4-24ED-5642-AD2D5B141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8E98-8434-43B7-8E1C-4F2FE4805D4F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E7A3F8-18BA-3FA5-5513-4992F5D0B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B2DDF3-72A5-3DE9-181C-CD8DF5F01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A68C-3B29-426D-8F3C-BB5E380F9E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415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425FF-8829-D8CE-06FB-218DF61E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231FF4C-84D0-0D38-F674-29148AE1D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1D9398-1C65-4ECA-DC31-E607E62B8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8E98-8434-43B7-8E1C-4F2FE4805D4F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A1134F-1882-5574-7C57-31A64DA9A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B6D1A3-F16C-A1A6-D8F7-C74836E5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A68C-3B29-426D-8F3C-BB5E380F9E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4565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F385E3A-E00C-F4AB-EB00-E89C31E7C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B33EBDD-509E-3210-99A4-A5D7E4067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BAA004-A2BC-3DC6-E4AD-A1DE1180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D8E98-8434-43B7-8E1C-4F2FE4805D4F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9D8752-5582-4CAE-3A54-9F4ED56E8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384E83-64EC-B7B5-958E-7FC11F57C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A68C-3B29-426D-8F3C-BB5E380F9E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276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7551286-435D-8989-A61D-BF604086B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C770E2-5D73-EAB8-A7AE-EAC52D5B9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AA7847-481D-D94F-9C6E-3637F3EA7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D8E98-8434-43B7-8E1C-4F2FE4805D4F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DD6CB2-ABFC-5179-00AE-822FFE148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FF48CB-85E5-EAA3-31E5-EABA86BD2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3A68C-3B29-426D-8F3C-BB5E380F9E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4831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Raum, Screenshot, Digitales Compositing, 3D-Modellierung enthält.&#10;&#10;Automatisch generierte Beschreibung">
            <a:extLst>
              <a:ext uri="{FF2B5EF4-FFF2-40B4-BE49-F238E27FC236}">
                <a16:creationId xmlns:a16="http://schemas.microsoft.com/office/drawing/2014/main" id="{B8439502-657C-DF99-360D-0DB7E14201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0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FDABF39-8746-834E-5845-2FA2F0FAC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de-DE" sz="6600">
                <a:solidFill>
                  <a:srgbClr val="FFFFFF"/>
                </a:solidFill>
              </a:rPr>
              <a:t>Pirate Space-Game Pitch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rgbClr val="FFFFFF">
                <a:alpha val="75000"/>
              </a:srgb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70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D4BCD1-8889-EE3E-3A58-720646B11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UML-Klassendiagramm</a:t>
            </a:r>
          </a:p>
        </p:txBody>
      </p:sp>
      <p:pic>
        <p:nvPicPr>
          <p:cNvPr id="5" name="Inhaltsplatzhalter 4" descr="Ein Bild, das Text, Screenshot, Diagramm, Zahl enthält.&#10;&#10;Automatisch generierte Beschreibung">
            <a:extLst>
              <a:ext uri="{FF2B5EF4-FFF2-40B4-BE49-F238E27FC236}">
                <a16:creationId xmlns:a16="http://schemas.microsoft.com/office/drawing/2014/main" id="{30B4AE14-8560-5679-8022-9DB2554760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378694"/>
            <a:ext cx="7225748" cy="410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192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2CBA143-24C2-44E5-13E9-FDE409417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To-Do: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74EF56BC-AAB2-F791-8250-D69FE1B247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1191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332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9829B-32C8-E48E-36D7-894BA8ED2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de-DE" sz="4000"/>
              <a:t>Weiterentwicklung</a:t>
            </a:r>
          </a:p>
        </p:txBody>
      </p:sp>
      <p:pic>
        <p:nvPicPr>
          <p:cNvPr id="5" name="Picture 4" descr="Sphäre aus Gitter und Knoten">
            <a:extLst>
              <a:ext uri="{FF2B5EF4-FFF2-40B4-BE49-F238E27FC236}">
                <a16:creationId xmlns:a16="http://schemas.microsoft.com/office/drawing/2014/main" id="{9E50BEBF-6B8D-7948-4E53-E810FA0723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65" r="954" b="1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D27039-0B8B-D384-B889-FE7A21B02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r>
              <a:rPr lang="de-DE" sz="1800"/>
              <a:t>Verschiedene Gegner einbauen</a:t>
            </a:r>
          </a:p>
          <a:p>
            <a:pPr lvl="1"/>
            <a:r>
              <a:rPr lang="de-DE" sz="1800"/>
              <a:t>Fliegende Gegner</a:t>
            </a:r>
          </a:p>
          <a:p>
            <a:pPr lvl="1"/>
            <a:r>
              <a:rPr lang="de-DE" sz="1800"/>
              <a:t>Schießende Gegner</a:t>
            </a:r>
          </a:p>
          <a:p>
            <a:r>
              <a:rPr lang="de-DE" sz="1800"/>
              <a:t>Verschiedene Weltraum-Biome einbauen</a:t>
            </a:r>
          </a:p>
          <a:p>
            <a:pPr lvl="1"/>
            <a:r>
              <a:rPr lang="de-DE" sz="1800"/>
              <a:t>Andere Hintergrundbilder laden</a:t>
            </a:r>
          </a:p>
          <a:p>
            <a:pPr lvl="1"/>
            <a:r>
              <a:rPr lang="de-DE" sz="1800"/>
              <a:t>Verschiedene Blöcke für Boden und Plattformen verwenden</a:t>
            </a:r>
          </a:p>
          <a:p>
            <a:r>
              <a:rPr lang="de-DE" sz="1800"/>
              <a:t> Kamerabewegung in y-Richtung programmieren </a:t>
            </a:r>
          </a:p>
          <a:p>
            <a:r>
              <a:rPr lang="de-DE" sz="1800"/>
              <a:t>Objekte zur Interaktion mit Spieler programmieren </a:t>
            </a:r>
          </a:p>
          <a:p>
            <a:pPr lvl="1"/>
            <a:r>
              <a:rPr lang="de-DE" sz="1800"/>
              <a:t>Weitere Waffen bzw. spezielle Munition</a:t>
            </a:r>
          </a:p>
          <a:p>
            <a:r>
              <a:rPr lang="de-DE" sz="1800"/>
              <a:t>Computer gesteuerten Gegner (als Rivale) einbauen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585594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Breitbild</PresentationFormat>
  <Paragraphs>21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Pirate Space-Game Pitch</vt:lpstr>
      <vt:lpstr>UML-Klassendiagramm</vt:lpstr>
      <vt:lpstr>To-Do:</vt:lpstr>
      <vt:lpstr>Weiterentwicklung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vonDetten</dc:creator>
  <cp:lastModifiedBy>vonDetten</cp:lastModifiedBy>
  <cp:revision>4</cp:revision>
  <dcterms:created xsi:type="dcterms:W3CDTF">2023-05-14T21:39:31Z</dcterms:created>
  <dcterms:modified xsi:type="dcterms:W3CDTF">2023-05-14T22:30:00Z</dcterms:modified>
</cp:coreProperties>
</file>